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7434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基于大模型编码智能体的
自进化 eBPF 网络入侵防御系统</a:t>
            </a:r>
          </a:p>
          <a:p>
            <a:pPr algn="ctr"/>
            <a:r>
              <a:rPr sz="1800" b="0">
                <a:solidFill>
                  <a:srgbClr val="EEE0F2"/>
                </a:solidFill>
                <a:latin typeface="PingFang SC"/>
                <a:ea typeface="PingFang SC"/>
                <a:cs typeface="PingFang SC"/>
              </a:rPr>
              <a:t>硕士学位论文开题报告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207" y="269748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0"/>
            <a:ext cx="1072865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43481"/>
                </a:solidFill>
                <a:latin typeface="PingFang SC"/>
                <a:ea typeface="PingFang SC"/>
                <a:cs typeface="PingFang SC"/>
              </a:rPr>
              <a:t>研究生:李兆曦      指导教师:徐恪 教授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707070"/>
                </a:solidFill>
                <a:latin typeface="PingFang SC"/>
                <a:ea typeface="PingFang SC"/>
                <a:cs typeface="PingFang SC"/>
              </a:rPr>
              <a:t>清华大学 计算机科学与技术系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707070"/>
                </a:solidFill>
                <a:latin typeface="PingFang SC"/>
                <a:ea typeface="PingFang SC"/>
                <a:cs typeface="PingFang SC"/>
              </a:rPr>
              <a:t>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7434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9977507604000" cy="48495386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一、研究背景与动机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二、研究问题与挑战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三、相关工作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四、研究内容与方法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五、技术路线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六、创新点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七、工作计划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八、预期成果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7434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研究背景:跨层歧义持续催生 off-path 协议攻击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9977507604000" cy="48495386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TCP/IP 跨层交互存在语义歧义,长期催生 off-path(链外)攻击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攻击者不在路径上、不窃听,仅凭侧信道即可推断序列号 → 劫持/重置/污染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例:challenge-ACK(CVE-2016-5696)、混合 IPID、PMTUD 分片、NAT/Wi-Fi 劫持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近期 CCS'25:PMTUD 打破 IP 共享场景下的 TCP 连接隔离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平均 220 秒、约 70% 成功率推断序列号;50 个真实网络中 38 个脆弱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743481"/>
                </a:solidFill>
                <a:latin typeface="PingFang SC"/>
                <a:ea typeface="PingFang SC"/>
                <a:cs typeface="PingFang SC"/>
              </a:rPr>
              <a:t>▸ 核心判断:攻击面植根于设计层面的跨层歧义,不断被重新发掘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7434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规律:防御机制本身在制造新的攻击面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9977507604000" cy="48495386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很多新攻击面恰由防御机制自身引入——“补丁”反成下一处侧信道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challenge-ACK 限速 → 侧信道;源端口随机化 → 被反推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743481"/>
                </a:solidFill>
                <a:latin typeface="PingFang SC"/>
                <a:ea typeface="PingFang SC"/>
                <a:cs typeface="PingFang SC"/>
              </a:rPr>
              <a:t>▸ 启示:攻击与防御同源、相互转化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防御必须持续演化,一次性静态修补难以为继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7434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现有防御的三大结构性缺陷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9977507604000" cy="48495386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零散:各攻击面分别打补丁,缺乏统一框架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滞后:先有攻击曝光、再被动响应,披露到上线窗口长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依赖人工编写内核代码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周期长、易出错;经验留于个人,难以沉淀复用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743481"/>
                </a:solidFill>
                <a:latin typeface="PingFang SC"/>
                <a:ea typeface="PingFang SC"/>
                <a:cs typeface="PingFang SC"/>
              </a:rPr>
              <a:t>▸ 症结:防御的生产方式仍是人工、低速、难以累积的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7434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两项技术趋于成熟,使自动化防御成为可能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9977507604000" cy="48495386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eBPF 内核可编程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热加载(不改内核源码、不重启)、贴近协议栈(XDP/TC 线速)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内置 verifier:加载前做形式化安全验证(有界、内存安全、可终止)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大模型编码智能体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能自主编写/修改/调试系统级代码,具工具调用与反思迭代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代表:Claude Code、Cursor、Codex、Devin、SWE-agent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743481"/>
                </a:solidFill>
                <a:latin typeface="PingFang SC"/>
                <a:ea typeface="PingFang SC"/>
                <a:cs typeface="PingFang SC"/>
              </a:rPr>
              <a:t>▸ 契机:二者结合,使“由智能体持续维护内核防御”可行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7434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核心研究问题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9977507604000" cy="48495386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743481"/>
                </a:solidFill>
                <a:latin typeface="PingFang SC"/>
                <a:ea typeface="PingFang SC"/>
                <a:cs typeface="PingFang SC"/>
              </a:rPr>
              <a:t>能否让大模型编码智能体,自主维护一套运行在内核的 eBPF 防御库,
使其持续进化,以应对不断涌现的协议攻击?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9977507604000" cy="48495386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目标不是“一次性合成单个防御程序”,而是长期自主运转的防御系统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核心:自主性(探索—合成—验证—部署闭环)与进化性(能力单调累积、不回退)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7434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关键挑战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9977507604000" cy="48495386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可靠性:智能体生成的内核代码若存在缺陷,可能导致网络中断或误伤正常流量 → 先验证安全、再上线,异常可回滚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生成质量:智能体生成的 eBPF 须能编译通过、通过 verifier,并有效拦截攻击而不误伤正常流量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评测:如何验证有效性——对已知与未知攻击均能防御,且性能开销可控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7434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相关工作(一):协议攻防与 eBPF 运行时防御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9977507604000" cy="48495386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协议攻击与检测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攻击:off-path 系列(challenge-ACK、IPID、PMTUD 等);检测:SCENT、SCAD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现状:防御零散、滞后,缺统一且持续演化的框架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eBPF 运行时防御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系统:Katran、Cilium、Falco、Tetragon——能力强,但策略均人工编写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验证:PREVAIL、K2 等围绕 verifier 的程序分析/优化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7434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相关工作(二):大模型用于安全 / 编码智能体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9977507604000" cy="48495386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大模型 × 安全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进攻:PentestGPT、Big Sleep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合成 eBPF:Kgent / KEN——最直接对比基线,但一次性合成、不持续维护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编码智能体(工程载体)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Claude Code/Cursor/Codex/Devin/SWE-agent:已能自主编写、修改与调试代码,但属通用工具、不含内核/eBPF 领域能力——本文为此设计专用 harness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迭代思路可借鉴 FunSearch、AlphaEvolve(让模型反复改代码、用测试反馈迭代)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7434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定位对比:本文与代表性工作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54480"/>
          <a:ext cx="1051559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749039"/>
                <a:gridCol w="3749039"/>
              </a:tblGrid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对比对象</a:t>
                      </a:r>
                    </a:p>
                  </a:txBody>
                  <a:tcPr>
                    <a:solidFill>
                      <a:srgbClr val="7434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已有范式</a:t>
                      </a:r>
                    </a:p>
                  </a:txBody>
                  <a:tcPr>
                    <a:solidFill>
                      <a:srgbClr val="7434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本文范式</a:t>
                      </a:r>
                    </a:p>
                  </a:txBody>
                  <a:tcPr>
                    <a:solidFill>
                      <a:srgbClr val="74348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Kgent / 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一次性合成 eBPF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长期自主维护的防御库</a:t>
                      </a:r>
                    </a:p>
                  </a:txBody>
                  <a:tcPr>
                    <a:solidFill>
                      <a:srgbClr val="F2EC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Tetragon / Falco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人工编写策略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自进化地生成与更新策略</a:t>
                      </a:r>
                    </a:p>
                  </a:txBody>
                  <a:tcPr>
                    <a:solidFill>
                      <a:srgbClr val="F2EC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小模型(权重学习)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知识沉淀为权重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知识沉淀为可验证代码</a:t>
                      </a:r>
                    </a:p>
                  </a:txBody>
                  <a:tcPr>
                    <a:solidFill>
                      <a:srgbClr val="F2EC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754880"/>
            <a:ext cx="997750760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743481"/>
                </a:solidFill>
                <a:latin typeface="PingFang SC"/>
                <a:ea typeface="PingFang SC"/>
                <a:cs typeface="PingFang SC"/>
              </a:rPr>
              <a:t>共同差异:由“一次合成 / 人工 / 权重” → 持续、自主、可验证的代码演化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7434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总体思路:由智能体持续维护内核 eBPF 防御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997750760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9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将“发现攻击 → 生成/修改 eBPF → 验证安全 → 加载 → 评估效果 → 迭代”组织为一个自动化闭环;防御能力以 eBPF 代码的形式持续积累于“防御库”中(本文称之为“防御演化”)。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9977507604000" cy="48495386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为何以代码(而非模型权重)为载体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逐条增补与修正,可累积、不遗忘;每条防御对应一段代码,可读、可审计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运行于 XDP,线速执行;出错可回滚,并由 verifier 保证不致内核崩溃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7434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主要研究内容(两项)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9977507604000" cy="48495386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一套完整的专用 harness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将“由编码智能体生成 eBPF 防御并保证其可用、安全”的全过程封装为完整的领域专用 harness:涵盖生成、编译、内核 verifier 校验、沙箱测试、加载与运行时反馈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解决生成质量(可编译、通过 verifier、不误伤正常流量)与运行安全(异常时自动回滚)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面向真实协议攻击的防御与评测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以 PMTUD/NAT/IPID 等真实攻击构建攻防靶场,度量检测率、误报率与性能开销,并与人工规则及现有工具对比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7434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系统分层架构</a:t>
            </a:r>
          </a:p>
        </p:txBody>
      </p:sp>
      <p:pic>
        <p:nvPicPr>
          <p:cNvPr id="4" name="Picture 3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60" y="1143000"/>
            <a:ext cx="1103977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035040"/>
            <a:ext cx="997750760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7070"/>
                </a:solidFill>
                <a:latin typeface="PingFang SC"/>
                <a:ea typeface="PingFang SC"/>
                <a:cs typeface="PingFang SC"/>
              </a:rPr>
              <a:t>控制面(智能体)生成候选 → 可信验证面把关 → 内核数据面执行;反馈回灌驱动持续迭代,有效防御沉淀入知识库。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7434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技术路线:防御演化闭环(五阶段)</a:t>
            </a:r>
          </a:p>
        </p:txBody>
      </p:sp>
      <p:pic>
        <p:nvPicPr>
          <p:cNvPr id="4" name="Picture 3" descr="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60" y="1143000"/>
            <a:ext cx="1103977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035040"/>
            <a:ext cx="997750760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7070"/>
                </a:solidFill>
                <a:latin typeface="PingFang SC"/>
                <a:ea typeface="PingFang SC"/>
                <a:cs typeface="PingFang SC"/>
              </a:rPr>
              <a:t>每轮迭代将新发现的攻击面转化为一段经 verifier 背书的 eBPF 防御,并沉淀入防御库。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7434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可信保障:四层安全约束 + 自动回滚</a:t>
            </a:r>
          </a:p>
        </p:txBody>
      </p:sp>
      <p:pic>
        <p:nvPicPr>
          <p:cNvPr id="4" name="Picture 3" descr="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60" y="1143000"/>
            <a:ext cx="1103977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035040"/>
            <a:ext cx="997750760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7070"/>
                </a:solidFill>
                <a:latin typeface="PingFang SC"/>
                <a:ea typeface="PingFang SC"/>
                <a:cs typeface="PingFang SC"/>
              </a:rPr>
              <a:t>这四层都是现成基础设施;创新在于把它们接入智能体闭环:报错驱动自修正、沙箱把关、异常自动回滚。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7434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工程基线:已有开源系统积累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9977507604000" cy="48495386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PacketScope / Guarder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XDP 数据面(网卡驱动层线速处理报文)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bpf2go 一键编译;规则热加载(运行时动态更新,无需重启)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已具备 Agent 可编程 eBPF 原型,配套 312 项测试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743481"/>
                </a:solidFill>
                <a:latin typeface="PingFang SC"/>
                <a:ea typeface="PingFang SC"/>
                <a:cs typeface="PingFang SC"/>
              </a:rPr>
              <a:t>▸ 已具备数据面、编译链与热加载基础设施,闭环可在现有底座上快速搭建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7434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评测方法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9977507604000" cy="48495386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思路:以真实协议攻击构建攻防靶场,由系统自动生成防御;并对未参与迭代的未知攻击单独评测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度量指标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检测率(是否成功拦截)、误报率(误伤正常流量)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性能开销(XDP 吞吐 / 时延)、自动化程度(人工介入量)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对比基线</a:t>
            </a:r>
          </a:p>
          <a:p>
            <a:pPr lvl="1">
              <a:lnSpc>
                <a:spcPct val="112000"/>
              </a:lnSpc>
              <a:spcAft>
                <a:spcPts val="600"/>
              </a:spcAft>
            </a:pPr>
            <a:r>
              <a: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• 人工编写的规则(现状)、Kgent/KEN(一次性合成)、Tetragon/Falco(人工策略)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7434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工作计划(2026.06 – 2027.06)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997750760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2026.07–09:防御演化框架原型(形式化 + 系统骨架)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2026.10–12:闭环原型 + 初步实验(探索/合成/验证/部署/档案)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2027.01–03:评测 + 对比实验 + 中期检查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2027.04–05:论文撰写、预答辩、送审　|　2027.06:答辩</a:t>
            </a:r>
          </a:p>
        </p:txBody>
      </p:sp>
      <p:pic>
        <p:nvPicPr>
          <p:cNvPr id="5" name="Picture 4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005" y="4206240"/>
            <a:ext cx="449768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7434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预期成果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9977507604000" cy="48495386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学位论文:完成硕士学位论文 1 篇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开源系统:自进化 eBPF 防御系统、防御演化专用 harness、攻防评测基准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▸ 社区贡献:对发现的协议/实现缺陷,向 IETF / Linux 负责任披露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434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敬请各位老师批评指正</a:t>
            </a:r>
          </a:p>
          <a:p>
            <a:pPr algn="ctr">
              <a:spcBef>
                <a:spcPts val="2000"/>
              </a:spcBef>
            </a:pPr>
            <a:r>
              <a:rPr sz="2400" b="0">
                <a:solidFill>
                  <a:srgbClr val="EEE0F2"/>
                </a:solidFill>
                <a:latin typeface="PingFang SC"/>
                <a:ea typeface="PingFang SC"/>
                <a:cs typeface="PingFang SC"/>
              </a:rP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